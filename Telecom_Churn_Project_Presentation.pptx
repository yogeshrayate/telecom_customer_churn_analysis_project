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146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165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524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831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27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306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31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100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917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79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955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91135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9598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688245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6641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9764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008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-318"/>
            <a:ext cx="1952272" cy="6853571"/>
            <a:chOff x="6627813" y="195220"/>
            <a:chExt cx="1952625" cy="5678531"/>
          </a:xfrm>
          <a:solidFill>
            <a:schemeClr val="accent1"/>
          </a:solidFill>
        </p:grpSpPr>
        <p:sp>
          <p:nvSpPr>
            <p:cNvPr id="50" name="Freeform 27"/>
            <p:cNvSpPr/>
            <p:nvPr/>
          </p:nvSpPr>
          <p:spPr bwMode="auto">
            <a:xfrm>
              <a:off x="6627813" y="19522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681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Telecom Customer Churn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06996"/>
            <a:ext cx="8229600" cy="3319168"/>
          </a:xfrm>
        </p:spPr>
        <p:txBody>
          <a:bodyPr/>
          <a:lstStyle/>
          <a:p>
            <a:r>
              <a:rPr dirty="0"/>
              <a:t>Machine Learning Project</a:t>
            </a:r>
          </a:p>
          <a:p>
            <a:r>
              <a:rPr dirty="0"/>
              <a:t>Logistic Regression </a:t>
            </a:r>
            <a:r>
              <a:rPr lang="en-US" dirty="0"/>
              <a:t>Model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66753"/>
            <a:ext cx="8229600" cy="3659410"/>
          </a:xfrm>
        </p:spPr>
        <p:txBody>
          <a:bodyPr/>
          <a:lstStyle/>
          <a:p>
            <a:r>
              <a:rPr dirty="0"/>
              <a:t>• Predict customer churn</a:t>
            </a:r>
          </a:p>
          <a:p>
            <a:r>
              <a:rPr dirty="0"/>
              <a:t>• Identify key influencing factors</a:t>
            </a:r>
          </a:p>
          <a:p>
            <a:r>
              <a:rPr dirty="0"/>
              <a:t>• Provide business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56121"/>
            <a:ext cx="8229600" cy="3670042"/>
          </a:xfrm>
        </p:spPr>
        <p:txBody>
          <a:bodyPr/>
          <a:lstStyle/>
          <a:p>
            <a:r>
              <a:rPr dirty="0"/>
              <a:t>• 2500 Records</a:t>
            </a:r>
          </a:p>
          <a:p>
            <a:r>
              <a:rPr dirty="0"/>
              <a:t>• 7 Features + 1 Target</a:t>
            </a:r>
          </a:p>
          <a:p>
            <a:r>
              <a:rPr dirty="0"/>
              <a:t>• Categorical &amp; Numerical Variables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02958"/>
            <a:ext cx="8229600" cy="3723205"/>
          </a:xfrm>
        </p:spPr>
        <p:txBody>
          <a:bodyPr/>
          <a:lstStyle/>
          <a:p>
            <a:r>
              <a:rPr dirty="0"/>
              <a:t>• Label Encoding</a:t>
            </a:r>
          </a:p>
          <a:p>
            <a:r>
              <a:rPr dirty="0"/>
              <a:t>• Standard Scaling</a:t>
            </a:r>
          </a:p>
          <a:p>
            <a:r>
              <a:rPr dirty="0"/>
              <a:t>• Train-Test Split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75097"/>
            <a:ext cx="8229600" cy="3351065"/>
          </a:xfrm>
        </p:spPr>
        <p:txBody>
          <a:bodyPr/>
          <a:lstStyle/>
          <a:p>
            <a:pPr marL="0" indent="0" algn="ctr">
              <a:buNone/>
            </a:pPr>
            <a:r>
              <a:rPr dirty="0"/>
              <a:t>Logistic Regression</a:t>
            </a:r>
            <a:r>
              <a:rPr lang="en-US" dirty="0"/>
              <a:t> : Output was in the form of 0&amp;1.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00670"/>
            <a:ext cx="8229600" cy="3425493"/>
          </a:xfrm>
        </p:spPr>
        <p:txBody>
          <a:bodyPr/>
          <a:lstStyle/>
          <a:p>
            <a:r>
              <a:rPr dirty="0"/>
              <a:t>• Confusion Matrix</a:t>
            </a:r>
          </a:p>
          <a:p>
            <a:r>
              <a:rPr dirty="0"/>
              <a:t>• Accuracy</a:t>
            </a:r>
          </a:p>
          <a:p>
            <a:r>
              <a:rPr dirty="0"/>
              <a:t>• Precision, Recall, F1-Score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64735"/>
            <a:ext cx="8229600" cy="3861428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Poor Internet Service has highest impact on churn</a:t>
            </a:r>
          </a:p>
          <a:p>
            <a:pPr marL="0" indent="0">
              <a:buNone/>
            </a:pPr>
            <a:r>
              <a:rPr dirty="0"/>
              <a:t>• Customers leave due to service dissatisfaction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26242"/>
            <a:ext cx="8229600" cy="3499921"/>
          </a:xfrm>
        </p:spPr>
        <p:txBody>
          <a:bodyPr/>
          <a:lstStyle/>
          <a:p>
            <a:r>
              <a:rPr dirty="0"/>
              <a:t>• Improve service quality</a:t>
            </a:r>
          </a:p>
          <a:p>
            <a:r>
              <a:rPr dirty="0"/>
              <a:t>• Offer retention discounts</a:t>
            </a:r>
          </a:p>
          <a:p>
            <a:r>
              <a:rPr dirty="0"/>
              <a:t>• Monitor complaints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11302"/>
            <a:ext cx="8229600" cy="3414861"/>
          </a:xfrm>
        </p:spPr>
        <p:txBody>
          <a:bodyPr/>
          <a:lstStyle/>
          <a:p>
            <a:r>
              <a:rPr dirty="0"/>
              <a:t>• Model predicts churn effectively</a:t>
            </a:r>
          </a:p>
          <a:p>
            <a:r>
              <a:rPr dirty="0"/>
              <a:t>• Actionable business decisions can be made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F20B7C8E-B819-43F3-AAF9-EE50B1A836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</TotalTime>
  <Words>122</Words>
  <Application>Microsoft Office PowerPoint</Application>
  <PresentationFormat>On-screen Show (4:3)</PresentationFormat>
  <Paragraphs>31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Wisp</vt:lpstr>
      <vt:lpstr>Telecom Customer Churn Prediction</vt:lpstr>
      <vt:lpstr>Project Objective</vt:lpstr>
      <vt:lpstr>Dataset Overview</vt:lpstr>
      <vt:lpstr>Data Preprocessing</vt:lpstr>
      <vt:lpstr>Models Used</vt:lpstr>
      <vt:lpstr>Evaluation Metrics</vt:lpstr>
      <vt:lpstr>Key Insight</vt:lpstr>
      <vt:lpstr>Business 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Ashwin Kumar</cp:lastModifiedBy>
  <cp:revision>2</cp:revision>
  <dcterms:created xsi:type="dcterms:W3CDTF">2013-01-27T09:14:16Z</dcterms:created>
  <dcterms:modified xsi:type="dcterms:W3CDTF">2026-02-18T16:39:54Z</dcterms:modified>
  <cp:category/>
</cp:coreProperties>
</file>